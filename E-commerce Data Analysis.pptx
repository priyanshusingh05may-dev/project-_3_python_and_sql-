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30BC-BBEA-E282-7B52-142C7F8A6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4A388C-0F40-4906-0D7D-39E901370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9A564-7ABB-8F11-8F8F-7D6A2949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9CE7-8F7E-4191-875F-4DFB04C73D6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F8A65-21A2-C011-BBC8-F5A1ECAD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39721-8CA5-7430-8481-0853FCE7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13CD-4422-4F25-9B26-169AE4CA8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86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52A88-2891-BD09-F6CE-BB3BF680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F3860-3EBE-2AD9-B2BD-0676147C6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3EA42-6994-E7B7-023C-53604DBF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9CE7-8F7E-4191-875F-4DFB04C73D6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06DCB-9DB5-C2EE-5036-655A7F56A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D6162-A88A-0D84-B2C6-810D6407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13CD-4422-4F25-9B26-169AE4CA8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0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FB42-56A0-FAB2-2940-DB21B218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E124B-E911-405D-76C8-47147C580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76372-A670-49E1-0953-88BC88E9F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9CE7-8F7E-4191-875F-4DFB04C73D6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4C5C9-3535-D04B-A20B-020E8859E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7A5B0-3231-D2CE-5B72-4E52D3DC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13CD-4422-4F25-9B26-169AE4CA8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131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C58B-61ED-35E1-2013-6FD9203F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E9228-378D-3A22-E6F7-E9E9D031C0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21647-9D02-2EA3-7584-B3CFDC483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B7A87-3A4F-3CB7-647E-9A7B3597B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9CE7-8F7E-4191-875F-4DFB04C73D6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3A250-A3A7-0F3C-26D7-E3EA06E6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61776-1E38-7B34-AAFB-BBD812DF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13CD-4422-4F25-9B26-169AE4CA8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087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B2DC3-46AA-F06F-575C-D3848065C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9E6D7-EEA4-ED31-20A0-101F8C55A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33031-9698-B65F-C0B8-4ED9CD4FC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1B6DC-BCBC-D780-7D78-BC4596945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98537A-7803-595D-21BF-901EDD040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0A950-948A-075A-A6B0-95B43A5C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9CE7-8F7E-4191-875F-4DFB04C73D6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13CD2E-06FC-38D7-86BB-B16EDC9A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04B2B-B456-E1FF-96D7-F9ABDB9FB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13CD-4422-4F25-9B26-169AE4CA8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388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7E1F-56B4-3B66-5566-D7AAF80D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0A7FA7-37BF-6051-A3DA-631DDE02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9CE7-8F7E-4191-875F-4DFB04C73D6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C0388-4E80-5219-F7BF-29FF7F31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EE6ADC-FD56-6BAC-F93D-120366D91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13CD-4422-4F25-9B26-169AE4CA8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79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C714C-2871-4605-FEB0-0FFADB08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9CE7-8F7E-4191-875F-4DFB04C73D6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E404B-32DE-BA5B-0045-7FAA99DB0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B3B0F-C08D-0A5F-3B0C-3CEE70D1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13CD-4422-4F25-9B26-169AE4CA8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960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EA7EE-366D-5ECB-7244-67C2D6DA2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44E48-3ED2-459C-D9AA-A880D12EE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1803-7814-7640-B51B-D81583627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44753-D326-6FBE-3CA4-FDA3CC01F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9CE7-8F7E-4191-875F-4DFB04C73D6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D3414-824D-9219-820A-3556A9822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D2C9B-DEB5-E348-370D-CE75A77D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13CD-4422-4F25-9B26-169AE4CA8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083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EC7E-FBD2-9F6D-6A6C-06742C6F3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E8A8-6009-AD45-9563-9C00CE8E8B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E692D5-48BD-90C4-1392-1AC6E8CD4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16EEE-2BAA-FB89-EE41-830E7C02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9CE7-8F7E-4191-875F-4DFB04C73D6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5A717-22C9-7E3B-F4D4-4380E291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18608-349A-F112-CC1B-318D45564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13CD-4422-4F25-9B26-169AE4CA8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725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3C16-9100-775E-3CEF-B9D1B23C4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D6B8D-2E7C-9006-DB6B-5B51CDD314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B45B1-66CF-2CBF-DDB5-3385480A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9CE7-8F7E-4191-875F-4DFB04C73D6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CBB2F-5E56-9660-3E6C-A413B2DB9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3BE89-A4B7-4499-55AE-FD120C5AE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13CD-4422-4F25-9B26-169AE4CA8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074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C5DA13-80E5-773C-4E91-2EF9BA21D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461ED0-9E1B-E468-22D9-43183B7E7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A0CDD-63E4-DA5F-BE17-1E59C7C2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9CE7-8F7E-4191-875F-4DFB04C73D6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9C237-951D-C764-42B7-0C8DF3B3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284DD-4716-4A0F-9A38-2397C3FF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713CD-4422-4F25-9B26-169AE4CA8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62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1B7B48-60DB-E3E6-64F3-74465DCFB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482E1-E170-3A73-D702-BA2FF6F43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BD1FD-8416-9494-DB00-68BA155D23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99CE7-8F7E-4191-875F-4DFB04C73D6A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A9C0F-0B49-2E85-20D7-58CFF974D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D63AB-6A3E-7289-1468-AE1975274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713CD-4422-4F25-9B26-169AE4CA8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61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  <a:alpha val="5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4CA22-2320-4B60-9053-A0FAD69C5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71251"/>
            <a:ext cx="9144000" cy="1238711"/>
          </a:xfrm>
        </p:spPr>
        <p:txBody>
          <a:bodyPr/>
          <a:lstStyle/>
          <a:p>
            <a:r>
              <a:rPr lang="en-IN" dirty="0"/>
              <a:t>E-commerce </a:t>
            </a:r>
            <a:r>
              <a:rPr lang="en-IN" dirty="0">
                <a:latin typeface="Algerian" panose="04020705040A02060702" pitchFamily="82" charset="0"/>
              </a:rPr>
              <a:t>Data</a:t>
            </a:r>
            <a:r>
              <a:rPr lang="en-IN" dirty="0"/>
              <a:t>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989D7-9788-BC00-7C2A-4948B6BCB8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PROJECT</a:t>
            </a:r>
            <a:r>
              <a:rPr lang="en-US" dirty="0"/>
              <a:t> </a:t>
            </a:r>
            <a:r>
              <a:rPr lang="en-US" dirty="0">
                <a:latin typeface="Arial Black" panose="020B0A04020102020204" pitchFamily="34" charset="0"/>
              </a:rPr>
              <a:t>3</a:t>
            </a:r>
          </a:p>
          <a:p>
            <a:r>
              <a:rPr lang="en-US" dirty="0">
                <a:latin typeface="Arial Black" panose="020B0A04020102020204" pitchFamily="34" charset="0"/>
              </a:rPr>
              <a:t>PRIYANSHU SINGH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306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1B8D58-BEAB-34DA-35ED-9347EA7A4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701" y="0"/>
            <a:ext cx="5733299" cy="4160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44DFC4-6661-0DA1-1143-17371CF1F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03531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802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1384D1-BF22-8169-C91D-F067548F79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56" y="68826"/>
            <a:ext cx="5465611" cy="32699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D09BFF-1096-1AD3-F973-0270654DA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264" y="0"/>
            <a:ext cx="5065786" cy="3338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98CDA0-45B0-58DD-6A49-B07A7C92C4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15" y="3407619"/>
            <a:ext cx="5444352" cy="3450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6EE99F-7596-E9AB-63F5-59DFD1048D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264" y="3394586"/>
            <a:ext cx="5065786" cy="345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41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1F049EE-42CD-83F6-7385-CFE466536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94" y="174523"/>
            <a:ext cx="11828206" cy="650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13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Algerian</vt:lpstr>
      <vt:lpstr>Arial</vt:lpstr>
      <vt:lpstr>Arial Black</vt:lpstr>
      <vt:lpstr>Calibri</vt:lpstr>
      <vt:lpstr>Calibri Light</vt:lpstr>
      <vt:lpstr>Office Theme</vt:lpstr>
      <vt:lpstr>E-commerce Data Analysis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1</cp:revision>
  <dcterms:created xsi:type="dcterms:W3CDTF">2026-02-05T14:35:02Z</dcterms:created>
  <dcterms:modified xsi:type="dcterms:W3CDTF">2026-02-05T14:37:29Z</dcterms:modified>
</cp:coreProperties>
</file>